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6576-3B99-4FB1-812A-BA7CAF743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43046-42E8-4BFC-A8BF-EDD4EE956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8C834-7C42-4402-988E-3D6FEB39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1E5FB-C56A-4714-B1A0-51F4FAC2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54BD3-1641-48D4-BD34-154E7563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1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5C6A-BC27-4C5A-88DA-37D1A1FD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3954-CEFA-43DE-8774-5F665DC21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5D25-8702-4008-A9DB-C2D40ABE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ED5E-C1C8-4531-A3D2-BA0ACD19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4197E-D2FA-4E1E-9DA2-9CD9512D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92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579A-4B36-41C4-9C9A-F7F2FCA42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24834-FCD1-4FE6-9A83-CCF35F195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11232-3561-4863-A6BC-2064747A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293A6-BE23-4588-BFF1-BC500A79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14087-C8A8-43B4-88B3-0475194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54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D24D-512C-499A-9FC4-43678C0B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7607A-DE47-4C8C-BF3E-5F28665A4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129D1-7C04-461B-BA16-A7C6FE6CA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79D0A-4A20-492F-960B-9565E900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CBDD6-6B03-42CC-8942-7F82F4D1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A373E-6778-4BA8-901B-915D1994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4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40BE-15D4-464D-AAC4-7FDC6FAA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5B594-6C3D-43BA-9E08-0B78A867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3C0A2-C9B8-4FC3-A27F-0ECFC9481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95A4D-D307-46DA-AC43-2C5DE9BBF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5927C-C9EC-4ED0-946C-C2F3C49EF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2C6D6-0150-485C-89F3-4513B9FC5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68E12-237C-4E84-AECB-DD504185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A56EF-40B1-4370-99AD-ACE1277E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1D7A-B9EC-4C15-A476-A724BCA9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04D68-805D-4DA4-BC4A-C3D5C6E8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17ADF-1602-4FAC-8249-59D2CDC5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9D149-D870-4AC0-A57C-00138978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43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EE63A-197F-4902-875F-E0297879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DC858-C452-4ABB-8577-FAB13F81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961C-B498-4BB4-B1E3-24EC5EF1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36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F3B4-EB02-493E-8B94-A9EC49AF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5E1A4-89D1-4FE3-8653-46C1A2E32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527AC-0CE8-4A19-A7CA-91E4560B6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87EAB-C4CD-4101-92CF-752D7593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C5FB6-3D5A-4FB4-A254-74912550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33886-077E-4958-9971-0F7A27B7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69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6507-1C02-4EA2-A47A-B5DEA73B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D1FA07-587C-4DB8-945D-CBE9C7848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F9615-6722-41D4-8985-0DEA9E61C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93289-C893-4A82-BBAF-B2BFE248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FAFCE-C61C-456B-91F3-796E9964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F645D-206D-4662-8F69-8DF44D61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05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4BB8-AF61-45D7-83B6-0F2BF028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869B5-0C10-4414-869A-F15BCB8EA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9C07A-01A9-4EF5-88F9-BDAB055E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985DA-B1BF-4BFC-859A-0EF30141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EC9F1-4A61-449C-9C4A-8D8CF917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26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7A9659-E514-459B-9F28-2EC3AF15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339A0-DECD-4AB1-8997-B6D80A9C2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AAD8-D448-41F0-8E6B-07399A68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34F0A-C2F7-4429-B460-DA6ECC88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78DAE-B98D-464D-81B5-B966A0CF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99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D0BF5-35D8-4177-9DC9-2A0903D5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4EC0B-DE0F-4B30-9C14-57B8E0EF5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4135B-FDAB-40DF-A4A9-A924216DF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921BE-59DD-4538-87FD-A5773314CE30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9B11A-D491-44AB-939A-846B97F33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BCF4-6E1E-4D29-93C5-BE1F6F776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8A4CE-B313-45AA-A7F2-FC9E1099E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61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9CA6-31D8-4F8D-ACB1-84AD1CB37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299403"/>
            <a:ext cx="9144000" cy="482917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/>
              <a:t>Gradient Descent</a:t>
            </a:r>
            <a:endParaRPr lang="en-IN" sz="32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8097357-3702-48A4-9D17-AA7D439B9D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963B6-9792-42C9-9314-7BBCC7470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61035"/>
            <a:ext cx="11684000" cy="567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4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3D62EE-4398-4C31-AB63-7C444853B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270" y="290512"/>
            <a:ext cx="918210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4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Gradient Descent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Descent</dc:title>
  <dc:creator>Venkatesh A Bhandage [MAHE-MIT]</dc:creator>
  <cp:lastModifiedBy>Venkatesh A Bhandage [MAHE-MIT]</cp:lastModifiedBy>
  <cp:revision>2</cp:revision>
  <dcterms:created xsi:type="dcterms:W3CDTF">2026-08-23T14:01:15Z</dcterms:created>
  <dcterms:modified xsi:type="dcterms:W3CDTF">2026-08-23T14:46:58Z</dcterms:modified>
</cp:coreProperties>
</file>